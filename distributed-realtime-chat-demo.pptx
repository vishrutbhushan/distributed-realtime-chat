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67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5F"/>
                </a:solidFill>
              </a:rPr>
              <a:t>DISTRIBUTED REALTIME CHAT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REALTIME 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Overview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20848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containerized realtime chat and collaboration platform with local AI assistance.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886200"/>
            <a:ext cx="6126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6112" y="4032504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MEMBERS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4325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Vishrut Bhushan — 2025H1120143P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Prishiv Singh Jamwal — 2025H1120152P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Badrinath — 2025H1120142P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Distributed Realtime Chat provides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browser-based collaboration tool backed by gRPC microservices, Docker, and a local LLM.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1-on-1 messaging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chats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sync across browser windows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755648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2194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indicators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sharing for images and PDFs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controls for groups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82128" y="1755648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650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65008" y="2194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reply suggestions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summaries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through a dedicated local LLM 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7091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local, repeatable execution with persistent Docker-backed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PREREQUISITES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needed before starting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is intended to be run locally through Docker Compose.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Desktop / Docker Engine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browser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4 GB RAM recommended for the local LLM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755648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INPUTS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21945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checkout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access for the first image/model build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Ports available: 8000, 50051, 50060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82128" y="1755648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650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ENDPOINTS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65008" y="21945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UI: http://localhost:8000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gRPC: localhost:50051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gRPC: localhost:50060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Logs: logs/app.log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QUICK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Start, inspect, and stop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commands below are the main offline operating steps.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429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platform script: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Windows: scripts\start.ps1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macOS/Linux: scripts/start.sh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755648"/>
            <a:ext cx="3429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2194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File: logs/app.log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82128" y="1755648"/>
            <a:ext cx="3429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650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65008" y="2194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platform script:</a:t>
            </a:r>
            <a:endParaRPr lang="en-US" sz="1400" dirty="0"/>
          </a:p>
          <a:p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Windows: scripts\stop.ps1</a:t>
            </a:r>
            <a:endParaRPr lang="en-US" sz="1400" dirty="0"/>
          </a:p>
          <a:p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macOS/Linux: scripts/stop.sh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UI: http://localhost:8000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START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&amp; Stopping the application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start script builds the images and starts the application services. The stop script brings it down.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F7CDAB-213A-B2B0-90AE-8A1B30D8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24" y="1661953"/>
            <a:ext cx="6596545" cy="1580011"/>
          </a:xfrm>
          <a:prstGeom prst="rect">
            <a:avLst/>
          </a:prstGeom>
        </p:spPr>
      </p:pic>
      <p:sp>
        <p:nvSpPr>
          <p:cNvPr id="13" name="Shape 3">
            <a:extLst>
              <a:ext uri="{FF2B5EF4-FFF2-40B4-BE49-F238E27FC236}">
                <a16:creationId xmlns:a16="http://schemas.microsoft.com/office/drawing/2014/main" id="{6956D7E1-4087-0D11-C617-D7BE618F3682}"/>
              </a:ext>
            </a:extLst>
          </p:cNvPr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14BA08E-B3CA-66B6-3C44-4137121A21C4}"/>
              </a:ext>
            </a:extLst>
          </p:cNvPr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reports the web URL, the log location, and the command used to stop the services.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2F21330-056A-0E6C-ED72-C2EF03B7FCB8}"/>
              </a:ext>
            </a:extLst>
          </p:cNvPr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LOGS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Viewing application logs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activity is available in the repository log file.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show chat sends, group actions, LLM calls, request IDs, elapsed time, and success status.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logs/app.log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CD7168-F451-EC1B-D882-E4CCEEAA2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9" y="1541401"/>
            <a:ext cx="6514595" cy="4146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STOP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Stopping the application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stop script removes the containers and network cleanly.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stop avoids lingering background processes and makes the next run predictable.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1" name="Image 0" descr="C:\Code\distributed-realtime-chat\Screenshot 2026-09-28 172826.png">
            <a:extLst>
              <a:ext uri="{FF2B5EF4-FFF2-40B4-BE49-F238E27FC236}">
                <a16:creationId xmlns:a16="http://schemas.microsoft.com/office/drawing/2014/main" id="{8339938A-30F5-CAA8-2D32-9CA50489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24" y="1901952"/>
            <a:ext cx="6675120" cy="2010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ACCESS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Signup and login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create their own accounts; the interface enforces username and password rules.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shows the username format requirement and minimum password length before a user enters the chat.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Signup 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REALTIME MESSAGING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passing across four browser windows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chat state is visible across multiple independent clients.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745236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47888" y="1664208"/>
            <a:ext cx="30449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430768" y="1810512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PROVES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30768" y="2103120"/>
            <a:ext cx="26791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users are logged in.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arrive without a manual refresh in the exact order.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conversation state is synchronized across clients.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893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Four-window screenshot: Ajay, Vishrut, Prishiv, and Vatsal.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FILES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sharing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can be rendered inline in chat, while PDFs are available as downloadable attachments.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chat view keeps the file attached to the conversation and makes the shared content visible to recipients.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attachment in chat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summaries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Summary action turns the conversation history into a concise readable recap.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454.png"/>
          <p:cNvPicPr>
            <a:picLocks noChangeAspect="1"/>
          </p:cNvPicPr>
          <p:nvPr/>
        </p:nvPicPr>
        <p:blipFill>
          <a:blip r:embed="rId3"/>
          <a:srcRect l="39132" t="-2303" r="-4622" b="3681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summary is generated by the local LLM service and stays within the local deployment.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Summary modal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replies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Smart reply action offers short contextual responses based on the current conversation.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Suggestions appear above the composer and can be selected as quick responses.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reply suggestions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59897-760A-6E35-3A1C-1D03AF7E17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49" r="46992" b="-2338"/>
          <a:stretch>
            <a:fillRect/>
          </a:stretch>
        </p:blipFill>
        <p:spPr>
          <a:xfrm>
            <a:off x="566928" y="1718254"/>
            <a:ext cx="6670024" cy="36665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GROUPS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 group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user can create a named group and select members from the directory.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group creator becomes the administrator and the selected users become group members.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New Group dialog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GROUPS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chat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conversations appear alongside direct conversations in the workspace.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5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group header shows the group name, member count, and the current user’s role.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conversation 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GROUPS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controls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Administrators can rename groups, manage membership, and promote members.</a:t>
            </a:r>
            <a:endParaRPr lang="en-US" sz="1200" dirty="0"/>
          </a:p>
        </p:txBody>
      </p:sp>
      <p:pic>
        <p:nvPicPr>
          <p:cNvPr id="5" name="Image 0" descr="C:\Code\distributed-realtime-chat\Screenshot 2026-09-28 172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675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26680" y="1810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management view exposes role-aware actions; non-admin users do not get the same controls.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9253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Group dialog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local deployment is organized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talks to the application node, which coordinates chat, persistence, and AI requests.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single-page web app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JSON/HTTP gateway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updates through server-sent events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755648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NODE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21945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presence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and group messaging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with WAL persistence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storage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82128" y="1755648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65008" y="1901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SERVER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65008" y="21945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container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2.5 1.5B quantized model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replies and summaries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4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fallback supported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856</Words>
  <Application>Microsoft Office PowerPoint</Application>
  <PresentationFormat>Widescreen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Realtime Chat</dc:title>
  <dc:subject>Offline product overview</dc:subject>
  <dc:creator>Codex</dc:creator>
  <cp:lastModifiedBy>VISHRUT BHUSHAN</cp:lastModifiedBy>
  <cp:revision>5</cp:revision>
  <dcterms:created xsi:type="dcterms:W3CDTF">2026-09-28T12:03:49Z</dcterms:created>
  <dcterms:modified xsi:type="dcterms:W3CDTF">2026-09-28T12:24:30Z</dcterms:modified>
</cp:coreProperties>
</file>